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C8D1C-3DB3-43AA-B67F-F0F3658A1A3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98EA8-1DAF-455C-938D-BC37C1C7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4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from ESRI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8EA8-1DAF-455C-938D-BC37C1C7F9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6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8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1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9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4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7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7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3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32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3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8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8314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2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9859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02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26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3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0C7DF-B7B0-40A6-9282-ACC6D774B6F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72C4FA1-37B7-4BF2-95AC-A47B156D0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4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519D9-8984-03E0-27D5-05383FEAF6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Optimization of Routing a Pipeline Between a Reservoir and a Water Treatment Plant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A41F8-B98E-1642-C773-51651760EB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Tyler Mindrum</a:t>
            </a:r>
          </a:p>
        </p:txBody>
      </p:sp>
    </p:spTree>
    <p:extLst>
      <p:ext uri="{BB962C8B-B14F-4D97-AF65-F5344CB8AC3E}">
        <p14:creationId xmlns:p14="http://schemas.microsoft.com/office/powerpoint/2010/main" val="34202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3DAD-0487-1C6F-48F8-9E98BF5A5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dirty="0"/>
              <a:t>Problem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65D64-0F58-E210-2AAB-FD485BA2A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sz="2000" dirty="0"/>
              <a:t>Purpose</a:t>
            </a:r>
          </a:p>
          <a:p>
            <a:r>
              <a:rPr lang="en-US" sz="2000" dirty="0"/>
              <a:t>Problem Formulation</a:t>
            </a:r>
          </a:p>
          <a:p>
            <a:pPr lvl="1"/>
            <a:r>
              <a:rPr lang="en-US" sz="1600" dirty="0"/>
              <a:t>Objective Function</a:t>
            </a:r>
          </a:p>
          <a:p>
            <a:pPr lvl="1"/>
            <a:r>
              <a:rPr lang="en-US" sz="1600" dirty="0"/>
              <a:t>Dimensions</a:t>
            </a:r>
          </a:p>
          <a:p>
            <a:pPr lvl="1"/>
            <a:r>
              <a:rPr lang="en-US" sz="1600" dirty="0"/>
              <a:t>Decisions</a:t>
            </a:r>
          </a:p>
          <a:p>
            <a:pPr lvl="1"/>
            <a:r>
              <a:rPr lang="en-US" sz="1600" dirty="0"/>
              <a:t>Constraints</a:t>
            </a:r>
          </a:p>
          <a:p>
            <a:r>
              <a:rPr lang="en-US" sz="2000" dirty="0"/>
              <a:t>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12CC44-4385-0105-439D-EF6724BEE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78" y="0"/>
            <a:ext cx="4618399" cy="686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1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CAAD2-B5D7-1065-0386-1D0E05F2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4F11-CC9C-69C6-444C-1688B800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dirty="0"/>
              <a:t>ArcGIS Pro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FC50-C591-0F67-0344-9EC857357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US" sz="2000" dirty="0"/>
              <a:t>Widely used in consulting firms</a:t>
            </a:r>
          </a:p>
          <a:p>
            <a:r>
              <a:rPr lang="en-US" sz="2000" dirty="0"/>
              <a:t>More common than GAMS</a:t>
            </a:r>
          </a:p>
          <a:p>
            <a:r>
              <a:rPr lang="en-US" sz="2000" dirty="0"/>
              <a:t>Makes visualization easier</a:t>
            </a:r>
          </a:p>
          <a:p>
            <a:r>
              <a:rPr lang="en-US" sz="2000" dirty="0"/>
              <a:t>Easy way to manage lots of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EB5B8-74A7-85D6-7171-F6A44939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806" y="2460562"/>
            <a:ext cx="4610100" cy="3848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58CF99-E777-D2DB-2DD0-40A4B9ACEA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32" t="9481" r="12250" b="9730"/>
          <a:stretch>
            <a:fillRect/>
          </a:stretch>
        </p:blipFill>
        <p:spPr>
          <a:xfrm>
            <a:off x="6642243" y="174760"/>
            <a:ext cx="1957227" cy="2055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2EDCB8-EDCA-CC57-0825-964E4F2F4C38}"/>
              </a:ext>
            </a:extLst>
          </p:cNvPr>
          <p:cNvSpPr txBox="1"/>
          <p:nvPr/>
        </p:nvSpPr>
        <p:spPr>
          <a:xfrm>
            <a:off x="9385443" y="6308662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(ESRI)</a:t>
            </a:r>
          </a:p>
        </p:txBody>
      </p:sp>
    </p:spTree>
    <p:extLst>
      <p:ext uri="{BB962C8B-B14F-4D97-AF65-F5344CB8AC3E}">
        <p14:creationId xmlns:p14="http://schemas.microsoft.com/office/powerpoint/2010/main" val="21102909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</TotalTime>
  <Words>54</Words>
  <Application>Microsoft Office PowerPoint</Application>
  <PresentationFormat>Widescreen</PresentationFormat>
  <Paragraphs>18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Trebuchet MS</vt:lpstr>
      <vt:lpstr>Wingdings 3</vt:lpstr>
      <vt:lpstr>Facet</vt:lpstr>
      <vt:lpstr>Optimization of Routing a Pipeline Between a Reservoir and a Water Treatment Plant</vt:lpstr>
      <vt:lpstr>Problem Overview</vt:lpstr>
      <vt:lpstr>ArcGIS Pro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Mindrum</dc:creator>
  <cp:lastModifiedBy>Tyler Mindrum</cp:lastModifiedBy>
  <cp:revision>2</cp:revision>
  <dcterms:created xsi:type="dcterms:W3CDTF">2025-12-04T05:13:57Z</dcterms:created>
  <dcterms:modified xsi:type="dcterms:W3CDTF">2025-12-04T19:01:12Z</dcterms:modified>
</cp:coreProperties>
</file>